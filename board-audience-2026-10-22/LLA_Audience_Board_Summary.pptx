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summary. Source: Meta Ads, 11 May to 22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 breakdown, Blueprint leads vs Masterclass purchases.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